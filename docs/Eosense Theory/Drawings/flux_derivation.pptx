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3716000" cy="18288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3" autoAdjust="0"/>
    <p:restoredTop sz="94660"/>
  </p:normalViewPr>
  <p:slideViewPr>
    <p:cSldViewPr snapToGrid="0">
      <p:cViewPr varScale="1">
        <p:scale>
          <a:sx n="41" d="100"/>
          <a:sy n="41" d="100"/>
        </p:scale>
        <p:origin x="30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DD5F-D068-DEF6-AA41-DE7ADCDC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2992968"/>
            <a:ext cx="10287000" cy="6366936"/>
          </a:xfrm>
        </p:spPr>
        <p:txBody>
          <a:bodyPr anchor="b"/>
          <a:lstStyle>
            <a:lvl1pPr algn="ctr">
              <a:defRPr sz="675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54B80-6B65-8BBA-910C-D281D59F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9605443"/>
            <a:ext cx="10287000" cy="4415366"/>
          </a:xfrm>
        </p:spPr>
        <p:txBody>
          <a:bodyPr/>
          <a:lstStyle>
            <a:lvl1pPr marL="0" indent="0" algn="ctr">
              <a:buNone/>
              <a:defRPr sz="2702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514336" indent="0" algn="ctr">
              <a:buNone/>
              <a:defRPr sz="2250"/>
            </a:lvl2pPr>
            <a:lvl3pPr marL="1028676" indent="0" algn="ctr">
              <a:buNone/>
              <a:defRPr sz="2026"/>
            </a:lvl3pPr>
            <a:lvl4pPr marL="1543012" indent="0" algn="ctr">
              <a:buNone/>
              <a:defRPr sz="1800"/>
            </a:lvl4pPr>
            <a:lvl5pPr marL="2057348" indent="0" algn="ctr">
              <a:buNone/>
              <a:defRPr sz="1800"/>
            </a:lvl5pPr>
            <a:lvl6pPr marL="2571686" indent="0" algn="ctr">
              <a:buNone/>
              <a:defRPr sz="1800"/>
            </a:lvl6pPr>
            <a:lvl7pPr marL="3086026" indent="0" algn="ctr">
              <a:buNone/>
              <a:defRPr sz="1800"/>
            </a:lvl7pPr>
            <a:lvl8pPr marL="3600360" indent="0" algn="ctr">
              <a:buNone/>
              <a:defRPr sz="1800"/>
            </a:lvl8pPr>
            <a:lvl9pPr marL="4114698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E7081-1190-EA42-DB0A-E5C776BE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86446-07C9-7961-7A28-AE6BA929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F1B2F-A447-AD81-077E-5DB3133F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3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ACFC-0D95-428E-1D3D-77EE0C29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52F84-2DFA-AE04-3B17-FD727E730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917F1-F970-0D85-36CD-7365F961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4BA5F216-DE47-4001-804A-9E4541305AA3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95381-AC73-CEC1-E3A4-16BDCF0D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D5351-116E-2C63-7859-CB7BBBF4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B5ABA6AA-9986-4BCE-865F-E8D925741E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FA7C-9333-B925-29C6-C6CD3597D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43" y="4559307"/>
            <a:ext cx="11830050" cy="7607298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482E2-51F4-6B91-12EB-C5058A2A0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43" y="12238577"/>
            <a:ext cx="11830050" cy="4000498"/>
          </a:xfrm>
        </p:spPr>
        <p:txBody>
          <a:bodyPr/>
          <a:lstStyle>
            <a:lvl1pPr marL="0" indent="0">
              <a:buNone/>
              <a:defRPr sz="2702">
                <a:solidFill>
                  <a:schemeClr val="tx1">
                    <a:tint val="75000"/>
                  </a:schemeClr>
                </a:solidFill>
              </a:defRPr>
            </a:lvl1pPr>
            <a:lvl2pPr marL="514336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676" indent="0">
              <a:buNone/>
              <a:defRPr sz="2026">
                <a:solidFill>
                  <a:schemeClr val="tx1">
                    <a:tint val="75000"/>
                  </a:schemeClr>
                </a:solidFill>
              </a:defRPr>
            </a:lvl3pPr>
            <a:lvl4pPr marL="154301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34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68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0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3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69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0951-58C0-0DF0-BC60-C7800CF0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815C2-4FD0-5FBB-A0B2-BC4315A9C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D83BA-4962-2F66-077F-3964BC04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3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FCB5-ADB7-7680-D48A-4B61FE06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89743-5675-F2F8-8E41-2E2DD1419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6" y="4868338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E3326-8A93-2D6C-E921-E28EB844A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6" y="4868338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F1317-8C15-EFB3-A015-641FB43B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5A79B-6418-2C43-A487-B7A4EBA9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0E55E-C883-8B4F-DDE8-B84EFB5F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8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84C9C-195E-67A5-2EE9-FBD11F90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73" y="973670"/>
            <a:ext cx="11830050" cy="3534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353AA-B1A7-5DD7-75F1-911C866F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3" y="4483107"/>
            <a:ext cx="5802510" cy="2197098"/>
          </a:xfrm>
        </p:spPr>
        <p:txBody>
          <a:bodyPr anchor="b"/>
          <a:lstStyle>
            <a:lvl1pPr marL="0" indent="0">
              <a:buNone/>
              <a:defRPr sz="2702" b="1"/>
            </a:lvl1pPr>
            <a:lvl2pPr marL="514336" indent="0">
              <a:buNone/>
              <a:defRPr sz="2250" b="1"/>
            </a:lvl2pPr>
            <a:lvl3pPr marL="1028676" indent="0">
              <a:buNone/>
              <a:defRPr sz="2026" b="1"/>
            </a:lvl3pPr>
            <a:lvl4pPr marL="1543012" indent="0">
              <a:buNone/>
              <a:defRPr sz="1800" b="1"/>
            </a:lvl4pPr>
            <a:lvl5pPr marL="2057348" indent="0">
              <a:buNone/>
              <a:defRPr sz="1800" b="1"/>
            </a:lvl5pPr>
            <a:lvl6pPr marL="2571686" indent="0">
              <a:buNone/>
              <a:defRPr sz="1800" b="1"/>
            </a:lvl6pPr>
            <a:lvl7pPr marL="3086026" indent="0">
              <a:buNone/>
              <a:defRPr sz="1800" b="1"/>
            </a:lvl7pPr>
            <a:lvl8pPr marL="3600360" indent="0">
              <a:buNone/>
              <a:defRPr sz="1800" b="1"/>
            </a:lvl8pPr>
            <a:lvl9pPr marL="41146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9740D-FB89-0A69-3656-20F3A450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3" y="6680208"/>
            <a:ext cx="58025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9B381F-65F5-31EB-A84D-31BEE5165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39" y="4483107"/>
            <a:ext cx="5831086" cy="2197098"/>
          </a:xfrm>
        </p:spPr>
        <p:txBody>
          <a:bodyPr anchor="b"/>
          <a:lstStyle>
            <a:lvl1pPr marL="0" indent="0">
              <a:buNone/>
              <a:defRPr sz="2702" b="1"/>
            </a:lvl1pPr>
            <a:lvl2pPr marL="514336" indent="0">
              <a:buNone/>
              <a:defRPr sz="2250" b="1"/>
            </a:lvl2pPr>
            <a:lvl3pPr marL="1028676" indent="0">
              <a:buNone/>
              <a:defRPr sz="2026" b="1"/>
            </a:lvl3pPr>
            <a:lvl4pPr marL="1543012" indent="0">
              <a:buNone/>
              <a:defRPr sz="1800" b="1"/>
            </a:lvl4pPr>
            <a:lvl5pPr marL="2057348" indent="0">
              <a:buNone/>
              <a:defRPr sz="1800" b="1"/>
            </a:lvl5pPr>
            <a:lvl6pPr marL="2571686" indent="0">
              <a:buNone/>
              <a:defRPr sz="1800" b="1"/>
            </a:lvl6pPr>
            <a:lvl7pPr marL="3086026" indent="0">
              <a:buNone/>
              <a:defRPr sz="1800" b="1"/>
            </a:lvl7pPr>
            <a:lvl8pPr marL="3600360" indent="0">
              <a:buNone/>
              <a:defRPr sz="1800" b="1"/>
            </a:lvl8pPr>
            <a:lvl9pPr marL="41146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69501-FA0C-13CE-788E-07D08C82D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39" y="6680208"/>
            <a:ext cx="5831086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DBA38-776B-F638-FCCC-533650F9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4F844-F13E-0EDF-1C2A-4423909B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D85AA-6619-F381-2B13-2EBD30B1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0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3894-C2F5-F68A-B4A0-11EFBB62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B354C-A3B9-E9BD-2025-E8D35496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44166-C7D9-E3CB-62A7-DAC219E3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F3921-F025-8162-6DE3-18C8D0CA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5D238-E4C7-E170-59F4-6A308CAC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37163-55BF-E831-D9B3-B6350278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881CB-0DD1-16AF-8414-AE4CA2741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C0B5-91ED-8084-1F0D-E592B2B9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73" y="1219200"/>
            <a:ext cx="4423766" cy="4267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9CDE0-B6D5-F34E-6E20-41E6FF19D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99" y="2633138"/>
            <a:ext cx="6943726" cy="12996336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2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F8955-077A-1389-456A-01EDF216C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73" y="5486402"/>
            <a:ext cx="4423766" cy="10164236"/>
          </a:xfrm>
        </p:spPr>
        <p:txBody>
          <a:bodyPr/>
          <a:lstStyle>
            <a:lvl1pPr marL="0" indent="0">
              <a:buNone/>
              <a:defRPr sz="1800"/>
            </a:lvl1pPr>
            <a:lvl2pPr marL="514336" indent="0">
              <a:buNone/>
              <a:defRPr sz="1576"/>
            </a:lvl2pPr>
            <a:lvl3pPr marL="1028676" indent="0">
              <a:buNone/>
              <a:defRPr sz="1350"/>
            </a:lvl3pPr>
            <a:lvl4pPr marL="1543012" indent="0">
              <a:buNone/>
              <a:defRPr sz="1126"/>
            </a:lvl4pPr>
            <a:lvl5pPr marL="2057348" indent="0">
              <a:buNone/>
              <a:defRPr sz="1126"/>
            </a:lvl5pPr>
            <a:lvl6pPr marL="2571686" indent="0">
              <a:buNone/>
              <a:defRPr sz="1126"/>
            </a:lvl6pPr>
            <a:lvl7pPr marL="3086026" indent="0">
              <a:buNone/>
              <a:defRPr sz="1126"/>
            </a:lvl7pPr>
            <a:lvl8pPr marL="3600360" indent="0">
              <a:buNone/>
              <a:defRPr sz="1126"/>
            </a:lvl8pPr>
            <a:lvl9pPr marL="4114698" indent="0">
              <a:buNone/>
              <a:defRPr sz="11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1001A-9988-2E8E-F6A2-1C69C2E1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15592-D315-BEB7-735F-86A86E62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088F1-C9E5-3249-3E17-B57F0862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3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233D-EB30-8126-CEC7-8E923BFF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73" y="1219200"/>
            <a:ext cx="4423766" cy="4267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F3D44-368F-0A56-7393-2970F47F4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99" y="2633138"/>
            <a:ext cx="6943726" cy="12996336"/>
          </a:xfrm>
        </p:spPr>
        <p:txBody>
          <a:bodyPr/>
          <a:lstStyle>
            <a:lvl1pPr marL="0" indent="0">
              <a:buNone/>
              <a:defRPr sz="3600"/>
            </a:lvl1pPr>
            <a:lvl2pPr marL="514336" indent="0">
              <a:buNone/>
              <a:defRPr sz="3150"/>
            </a:lvl2pPr>
            <a:lvl3pPr marL="1028676" indent="0">
              <a:buNone/>
              <a:defRPr sz="2702"/>
            </a:lvl3pPr>
            <a:lvl4pPr marL="1543012" indent="0">
              <a:buNone/>
              <a:defRPr sz="2250"/>
            </a:lvl4pPr>
            <a:lvl5pPr marL="2057348" indent="0">
              <a:buNone/>
              <a:defRPr sz="2250"/>
            </a:lvl5pPr>
            <a:lvl6pPr marL="2571686" indent="0">
              <a:buNone/>
              <a:defRPr sz="2250"/>
            </a:lvl6pPr>
            <a:lvl7pPr marL="3086026" indent="0">
              <a:buNone/>
              <a:defRPr sz="2250"/>
            </a:lvl7pPr>
            <a:lvl8pPr marL="3600360" indent="0">
              <a:buNone/>
              <a:defRPr sz="2250"/>
            </a:lvl8pPr>
            <a:lvl9pPr marL="4114698" indent="0">
              <a:buNone/>
              <a:defRPr sz="225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28B98-FFBF-E85C-EE20-B251DD9A1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73" y="5486402"/>
            <a:ext cx="4423766" cy="10164236"/>
          </a:xfrm>
        </p:spPr>
        <p:txBody>
          <a:bodyPr/>
          <a:lstStyle>
            <a:lvl1pPr marL="0" indent="0">
              <a:buNone/>
              <a:defRPr sz="1800"/>
            </a:lvl1pPr>
            <a:lvl2pPr marL="514336" indent="0">
              <a:buNone/>
              <a:defRPr sz="1576"/>
            </a:lvl2pPr>
            <a:lvl3pPr marL="1028676" indent="0">
              <a:buNone/>
              <a:defRPr sz="1350"/>
            </a:lvl3pPr>
            <a:lvl4pPr marL="1543012" indent="0">
              <a:buNone/>
              <a:defRPr sz="1126"/>
            </a:lvl4pPr>
            <a:lvl5pPr marL="2057348" indent="0">
              <a:buNone/>
              <a:defRPr sz="1126"/>
            </a:lvl5pPr>
            <a:lvl6pPr marL="2571686" indent="0">
              <a:buNone/>
              <a:defRPr sz="1126"/>
            </a:lvl6pPr>
            <a:lvl7pPr marL="3086026" indent="0">
              <a:buNone/>
              <a:defRPr sz="1126"/>
            </a:lvl7pPr>
            <a:lvl8pPr marL="3600360" indent="0">
              <a:buNone/>
              <a:defRPr sz="1126"/>
            </a:lvl8pPr>
            <a:lvl9pPr marL="4114698" indent="0">
              <a:buNone/>
              <a:defRPr sz="11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45E72-4E6C-C93A-90CE-1FF31A18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054B1-AB34-E9B5-D473-D6BD898A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CD2D4-0BFB-CEC5-E3EC-781F3EFD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4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AFB65-3DEC-1513-E70F-BE71F6D8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55701-7AB4-A488-09F4-7EE6CFCF4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D171A-B7E9-086C-DE4B-AA942A84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3B22F-0400-FF60-F7AB-A72911D1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4507E-CA6A-52B9-4250-459438DC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56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B9024-8917-0C96-6193-82D40CBD4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4" y="973668"/>
            <a:ext cx="2957512" cy="154982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C6B10-3721-B068-6334-5C60687A8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6" y="973668"/>
            <a:ext cx="8701088" cy="154982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B3048-1D2C-F2B1-D781-2A7F60DF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F216-DE47-4001-804A-9E4541305AA3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A440-1052-54BE-7254-847E4D31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516D1-2D2C-3217-6639-ED88AC84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A6AA-9986-4BCE-865F-E8D925741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5A698-06E2-142C-20DB-53458793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83" y="973670"/>
            <a:ext cx="11830050" cy="353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6AB6E-CBC6-48F4-B6BE-CFEB744CA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83" y="4868338"/>
            <a:ext cx="118300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96D1B-B62E-377C-6411-8EF18A06A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6" y="16950273"/>
            <a:ext cx="3086100" cy="97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4BA5F216-DE47-4001-804A-9E4541305AA3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7ED4-E731-3012-750B-34F4E958C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33" y="16950273"/>
            <a:ext cx="4629150" cy="97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61700-C074-F954-AC03-602EA8576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6" y="16950273"/>
            <a:ext cx="3086100" cy="973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B5ABA6AA-9986-4BCE-865F-E8D925741E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1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676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57170" indent="-257170" algn="l" defTabSz="1028676" rtl="0" eaLnBrk="1" latinLnBrk="0" hangingPunct="1">
        <a:lnSpc>
          <a:spcPct val="90000"/>
        </a:lnSpc>
        <a:spcBef>
          <a:spcPts val="112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771506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702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285846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800182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6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314518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6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828856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6" kern="1200">
          <a:solidFill>
            <a:schemeClr val="tx1"/>
          </a:solidFill>
          <a:latin typeface="+mn-lt"/>
          <a:ea typeface="+mn-ea"/>
          <a:cs typeface="+mn-cs"/>
        </a:defRPr>
      </a:lvl6pPr>
      <a:lvl7pPr marL="3343196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6" kern="1200">
          <a:solidFill>
            <a:schemeClr val="tx1"/>
          </a:solidFill>
          <a:latin typeface="+mn-lt"/>
          <a:ea typeface="+mn-ea"/>
          <a:cs typeface="+mn-cs"/>
        </a:defRPr>
      </a:lvl7pPr>
      <a:lvl8pPr marL="3857530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6" kern="1200">
          <a:solidFill>
            <a:schemeClr val="tx1"/>
          </a:solidFill>
          <a:latin typeface="+mn-lt"/>
          <a:ea typeface="+mn-ea"/>
          <a:cs typeface="+mn-cs"/>
        </a:defRPr>
      </a:lvl8pPr>
      <a:lvl9pPr marL="4371866" indent="-257170" algn="l" defTabSz="1028676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1pPr>
      <a:lvl2pPr marL="514336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6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3pPr>
      <a:lvl4pPr marL="1543012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5pPr>
      <a:lvl6pPr marL="2571686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6pPr>
      <a:lvl7pPr marL="3086026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7pPr>
      <a:lvl8pPr marL="3600360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8" algn="l" defTabSz="1028676" rtl="0" eaLnBrk="1" latinLnBrk="0" hangingPunct="1">
        <a:defRPr sz="20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3AB0A5-CD0A-02C5-5010-8883114DF3E4}"/>
              </a:ext>
            </a:extLst>
          </p:cNvPr>
          <p:cNvSpPr txBox="1"/>
          <p:nvPr/>
        </p:nvSpPr>
        <p:spPr>
          <a:xfrm>
            <a:off x="3097532" y="2768605"/>
            <a:ext cx="777748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1. Membrane Calibration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Sealed tank with controlled CO</a:t>
            </a:r>
            <a:r>
              <a:rPr lang="en-US" sz="22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concentration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From Eq. (19-21): Fit decay curves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→ </a:t>
            </a:r>
            <a:r>
              <a:rPr lang="en-US" sz="2200" i="1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γ</a:t>
            </a:r>
            <a:r>
              <a:rPr lang="en-US" sz="22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 S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i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i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/</a:t>
            </a:r>
            <a:r>
              <a:rPr lang="en-US" sz="2200" i="1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V</a:t>
            </a:r>
            <a:r>
              <a:rPr lang="en-US" sz="22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m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→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Determine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and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9101D-37D5-9C43-8B47-B12F15FD1456}"/>
              </a:ext>
            </a:extLst>
          </p:cNvPr>
          <p:cNvSpPr txBox="1"/>
          <p:nvPr/>
        </p:nvSpPr>
        <p:spPr>
          <a:xfrm>
            <a:off x="3097532" y="5449337"/>
            <a:ext cx="7777480" cy="1908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2. Steady-State Experiment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Deploy </a:t>
            </a:r>
            <a:r>
              <a:rPr lang="en-US" sz="2200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eosFDs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until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∂C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s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/∂t = ∂C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/∂t  = ∂C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/∂t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= 0 and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Use Eq. (14) to compute </a:t>
            </a:r>
            <a:r>
              <a:rPr lang="en-US" sz="2200" u="sng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steady-state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 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Use Eq. (15) to determine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3BB79-C639-0094-A216-66B22186D707}"/>
              </a:ext>
            </a:extLst>
          </p:cNvPr>
          <p:cNvSpPr txBox="1"/>
          <p:nvPr/>
        </p:nvSpPr>
        <p:spPr>
          <a:xfrm>
            <a:off x="3097532" y="8283962"/>
            <a:ext cx="7777480" cy="1415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3. Operational Measurements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Dynamic, non-steady state lab or field conditions</a:t>
            </a:r>
            <a:endParaRPr lang="en-US" sz="2200" baseline="-2500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Record time-series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s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200" i="1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DF7B12-6180-8446-5688-D54B6590C107}"/>
              </a:ext>
            </a:extLst>
          </p:cNvPr>
          <p:cNvSpPr txBox="1"/>
          <p:nvPr/>
        </p:nvSpPr>
        <p:spPr>
          <a:xfrm>
            <a:off x="3097532" y="10626136"/>
            <a:ext cx="77774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4. Sample–Reference Chamber Mass Balance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Use Eq. (4) to compute bottom membrane flux,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f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27D1C1-373B-16FB-7A4D-D4C6A9591990}"/>
              </a:ext>
            </a:extLst>
          </p:cNvPr>
          <p:cNvSpPr txBox="1"/>
          <p:nvPr/>
        </p:nvSpPr>
        <p:spPr>
          <a:xfrm>
            <a:off x="3097532" y="12475868"/>
            <a:ext cx="77774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5. Fick’s Law Across Bottom Membrane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Use Eq. (7) to derive collar concentration,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2E5D5-4061-C08C-0DAE-2AA578EA8F9B}"/>
              </a:ext>
            </a:extLst>
          </p:cNvPr>
          <p:cNvSpPr txBox="1"/>
          <p:nvPr/>
        </p:nvSpPr>
        <p:spPr>
          <a:xfrm>
            <a:off x="3097532" y="14325606"/>
            <a:ext cx="7777480" cy="1261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6. True Flux Computation</a:t>
            </a:r>
          </a:p>
          <a:p>
            <a:pPr algn="ctr">
              <a:spcAft>
                <a:spcPts val="12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Assume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 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and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</a:t>
            </a:r>
            <a:r>
              <a:rPr lang="en-US" sz="2200" i="1" baseline="30000" dirty="0"/>
              <a:t>✝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and use Eq. (16) to compute true flux, </a:t>
            </a:r>
            <a:r>
              <a:rPr lang="en-US" sz="2200" i="1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f</a:t>
            </a:r>
            <a:r>
              <a:rPr lang="en-US" sz="22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w</a:t>
            </a:r>
            <a:r>
              <a:rPr lang="en-US" sz="2200" i="1" baseline="30000" dirty="0"/>
              <a:t>✝</a:t>
            </a:r>
            <a:endParaRPr lang="en-US" sz="2200" i="1" baseline="-2500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515A03-20C4-90CE-7C9D-790C75B33F0E}"/>
              </a:ext>
            </a:extLst>
          </p:cNvPr>
          <p:cNvCxnSpPr>
            <a:cxnSpLocks/>
          </p:cNvCxnSpPr>
          <p:nvPr/>
        </p:nvCxnSpPr>
        <p:spPr>
          <a:xfrm>
            <a:off x="6986270" y="4615266"/>
            <a:ext cx="0" cy="8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EAE17E-BF15-63F0-7AED-9789DF76F6E5}"/>
              </a:ext>
            </a:extLst>
          </p:cNvPr>
          <p:cNvCxnSpPr>
            <a:cxnSpLocks/>
          </p:cNvCxnSpPr>
          <p:nvPr/>
        </p:nvCxnSpPr>
        <p:spPr>
          <a:xfrm>
            <a:off x="6986270" y="7449886"/>
            <a:ext cx="0" cy="8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2B7ECC-E205-5C6E-E905-A6379DCAB0B4}"/>
              </a:ext>
            </a:extLst>
          </p:cNvPr>
          <p:cNvCxnSpPr>
            <a:cxnSpLocks/>
          </p:cNvCxnSpPr>
          <p:nvPr/>
        </p:nvCxnSpPr>
        <p:spPr>
          <a:xfrm>
            <a:off x="6986270" y="9792064"/>
            <a:ext cx="0" cy="8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0AF657-3F5D-22AD-C899-2C8D33B58D2A}"/>
              </a:ext>
            </a:extLst>
          </p:cNvPr>
          <p:cNvCxnSpPr>
            <a:cxnSpLocks/>
          </p:cNvCxnSpPr>
          <p:nvPr/>
        </p:nvCxnSpPr>
        <p:spPr>
          <a:xfrm>
            <a:off x="6986270" y="11641796"/>
            <a:ext cx="0" cy="8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09D390-2804-44DB-0CAD-9D87C33EBB5C}"/>
              </a:ext>
            </a:extLst>
          </p:cNvPr>
          <p:cNvCxnSpPr>
            <a:cxnSpLocks/>
          </p:cNvCxnSpPr>
          <p:nvPr/>
        </p:nvCxnSpPr>
        <p:spPr>
          <a:xfrm>
            <a:off x="6986270" y="13491534"/>
            <a:ext cx="0" cy="8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695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E2509A2-F2E4-4D82-92A7-1DB07F09F7CD}" vid="{833A7B16-47EC-4A72-BE02-26A456D55A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281</TotalTime>
  <Words>167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Chua</dc:creator>
  <cp:lastModifiedBy>Emily Chua</cp:lastModifiedBy>
  <cp:revision>33</cp:revision>
  <dcterms:created xsi:type="dcterms:W3CDTF">2026-01-19T16:13:55Z</dcterms:created>
  <dcterms:modified xsi:type="dcterms:W3CDTF">2026-01-19T20:55:36Z</dcterms:modified>
</cp:coreProperties>
</file>